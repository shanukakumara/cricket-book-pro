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29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822960" cy="8229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45920" y="10058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CricketBook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Cricket Ground Booking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Find, book, and play anywhere in Sri Lanka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554480" cy="41148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0280" y="3657600"/>
            <a:ext cx="1554480" cy="41148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3657600"/>
            <a:ext cx="1554480" cy="41148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029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by CricketBook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And Why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55448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Booking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ground in under 2 minutes. No phone calls or spreadsheets.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606040" cy="155448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Slots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87452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booked, free, and blocked slots instantly. No double bookings.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606040" cy="155448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187452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grounds, bookings, users, and slot blocking from one place.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2606040" cy="155448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83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Ready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70332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payment flow with order summary and confirmation page.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3291840"/>
            <a:ext cx="2606040" cy="155448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383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370332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profile, booking history, and self-cancellation.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And System Needs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463040"/>
            <a:ext cx="32004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1463040"/>
            <a:ext cx="32004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164592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783080"/>
            <a:ext cx="32004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+ TanStack Router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1783080"/>
            <a:ext cx="32004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Single-page app with file-based routing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103120"/>
            <a:ext cx="164592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2103120"/>
            <a:ext cx="32004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+ shadcn/ui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2103120"/>
            <a:ext cx="32004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dark/light theme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423160"/>
            <a:ext cx="164592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94560" y="2423160"/>
            <a:ext cx="32004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2423160"/>
            <a:ext cx="32004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graphs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2743200"/>
            <a:ext cx="164592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94560" y="2743200"/>
            <a:ext cx="32004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Express.js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94960" y="2743200"/>
            <a:ext cx="32004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on port 5000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063240"/>
            <a:ext cx="164592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94560" y="3063240"/>
            <a:ext cx="32004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+ Mongoose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94960" y="3063240"/>
            <a:ext cx="32004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collections for data storage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3383280"/>
            <a:ext cx="164592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194560" y="3383280"/>
            <a:ext cx="32004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bcryptjs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94960" y="3383280"/>
            <a:ext cx="32004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Token-based login with hashed passwords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3703320"/>
            <a:ext cx="164592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703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94560" y="3703320"/>
            <a:ext cx="32004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9456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embed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394960" y="3703320"/>
            <a:ext cx="32004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ground locations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4023360"/>
            <a:ext cx="3840480" cy="8229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" y="4114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8580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v18+, npm, MongoDB, modern web browser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54880" y="4023360"/>
            <a:ext cx="3840480" cy="82296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4114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89204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with Mongoose - 4 collections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Faced And Solutions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7432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530352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27432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bookings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530352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availability check + BlockedSlot model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103120"/>
            <a:ext cx="27432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security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103120"/>
            <a:ext cx="530352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103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hashing in Mongoose pre-save hook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27432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on page refresh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423160"/>
            <a:ext cx="530352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423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+ React Context with SSR guards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27432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nesting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2743200"/>
            <a:ext cx="530352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743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routes with Outlet component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27432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buttons broken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3063240"/>
            <a:ext cx="530352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063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onClick handlers for Confirm, Cancel, Block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383280"/>
            <a:ext cx="27432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slot grid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3383280"/>
            <a:ext cx="530352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383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calendar fetching data from API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703320"/>
            <a:ext cx="274320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in JS file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91840" y="3703320"/>
            <a:ext cx="5303520" cy="320040"/>
          </a:xfrm>
          <a:prstGeom prst="rect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703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type annotation causing syntax error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 Next For CricketBook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37160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594360" cy="201168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58368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Payment Gateway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Stripe or PayHere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606040" cy="137160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554480"/>
            <a:ext cx="594360" cy="201168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544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447288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and SMS Alerts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7288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Confirmations, reminders, and notices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06040" cy="137160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554480"/>
            <a:ext cx="594360" cy="201168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5544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236208" y="1874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for iOS and Android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2606040" cy="137160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200400"/>
            <a:ext cx="594360" cy="201168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004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58368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Sinhala, Tamil, and English support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108960"/>
            <a:ext cx="2606040" cy="137160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3200400"/>
            <a:ext cx="594360" cy="201168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2004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447288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and Reviews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47288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rate grounds after playing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108960"/>
            <a:ext cx="2606040" cy="1371600"/>
          </a:xfrm>
          <a:prstGeom prst="round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200400"/>
            <a:ext cx="594360" cy="201168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32004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236208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Bookings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36208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Weekly/monthly slots for clubs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344</Words>
  <Application>Microsoft Office PowerPoint</Application>
  <PresentationFormat>On-screen Show (16:9)</PresentationFormat>
  <Paragraphs>93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GLOBAL TRADINGS</cp:lastModifiedBy>
  <cp:revision>2</cp:revision>
  <dcterms:created xsi:type="dcterms:W3CDTF">2026-07-06T04:42:57Z</dcterms:created>
  <dcterms:modified xsi:type="dcterms:W3CDTF">2026-07-06T09:13:18Z</dcterms:modified>
</cp:coreProperties>
</file>